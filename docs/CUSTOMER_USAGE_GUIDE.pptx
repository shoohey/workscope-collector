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USAGE GUIDE  /  for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E3A5F"/>
                </a:solidFill>
                <a:latin typeface="Inter"/>
              </a:rPr>
              <a:t>WorkScope Collector
使い方ガイド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Yu Gothic"/>
              </a:rPr>
              <a:t>業務スクリーン記録ツール  v1.0  ─  お客様向け操作イメージ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株式会社TRIBE  /  業務まるごと可視化AI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全体の流れ — 約3分・1回だけの作業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187" y="2194560"/>
            <a:ext cx="2468880" cy="2926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0947" y="25603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507" y="338328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メールのリンクから
ダウンロード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507" y="438912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DLリンクを
クリックするだけ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2667" y="2194560"/>
            <a:ext cx="2468880" cy="2926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78427" y="25603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6987" y="338328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SmokeTest を
ダブルクリック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6987" y="438912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✅ 動作確認
約1分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2194560"/>
            <a:ext cx="2468880" cy="2926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75907" y="25603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467" y="338328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本体EXE を
ダブルクリック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438912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同意ボタンを押す
（初回のみ）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7627" y="2194560"/>
            <a:ext cx="2468880" cy="2926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73387" y="25603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1947" y="338328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タスクトレイの
緑● を確認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1947" y="438912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稼働開始
以後は自動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u Gothic"/>
              </a:rPr>
              <a:t>→ あとはPCを使うだけ。アンインストール・撤回はいつでも可能です。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ダウンロード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Yu Gothic"/>
              </a:rPr>
              <a:t>弊社からのメール内のリンクをクリック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Google Drive のページが開きます。
右上の「↓ ダウンロード」ボタンをクリック。
ファイルは2つ:
 ・ WorkScope_大森薬局_&lt;日付&gt;.exe（本体）
 ・ WorkScope_SmokeTest.exe（動作確認）
両方とも、ダウンロードフォルダに保存されます。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754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Yu Gothic"/>
              </a:rPr>
              <a:t>From: 株式会社TRIBE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688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件名: WorkScope Collector のインストールについて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926080"/>
            <a:ext cx="4206240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Yu Gothic"/>
              </a:rPr>
              <a:t>大森薬局 ご担当者様
下記リンクからダウンロードしてください: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480560"/>
            <a:ext cx="4206240" cy="457200"/>
          </a:xfrm>
          <a:prstGeom prst="rect">
            <a:avLst/>
          </a:prstGeom>
          <a:solidFill>
            <a:srgbClr val="F5F7FA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tIns="50000"/>
          <a:lstStyle/>
          <a:p>
            <a:pPr algn="ctr"/>
            <a:r>
              <a:rPr sz="1100" b="1">
                <a:solidFill>
                  <a:srgbClr val="1E3A5F"/>
                </a:solidFill>
                <a:latin typeface="Inter"/>
              </a:rPr>
              <a:t>https://drive.google.com/file/d/xxx... 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12064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Yu Gothic"/>
              </a:rPr>
              <a:t>添付: 同意書PDF / 操作ガイドPDF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動作確認 (SmokeTest)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Yu Gothic"/>
              </a:rPr>
              <a:t>SmokeTest をダブルクリック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本体を起動する前に、ちゃんとインストールできているか
を1分で確認できる検証ツールです。
ブラウザで結果ページが自動で開きます:
 ✅ 全項目に✅が付く → 本体起動OK
 ❌ ❌が出た場合 → 弊社にご連絡ください
（万一ファイルが破損していたり、PCの設定で動か
  ない場合をいち早く検知するためのツールです）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754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Inter"/>
              </a:rPr>
              <a:t>WorkScope Smoke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697480"/>
            <a:ext cx="4206240" cy="502920"/>
          </a:xfrm>
          <a:prstGeom prst="rect">
            <a:avLst/>
          </a:prstGeom>
          <a:solidFill>
            <a:srgbClr val="D4F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7889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76749"/>
                </a:solidFill>
                <a:latin typeface="Yu Gothic"/>
              </a:rPr>
              <a:t>✅ 全項目クリア — 本体EXEを起動できます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3832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python_imports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675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windows_bindings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9684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profile_loader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26110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app_classifier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5537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masker_works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463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appdata_writable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1389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consent_form_present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43153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✅  uploader_config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本体EXE を起動 + 同意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Yu Gothic"/>
              </a:rPr>
              <a:t>本体EXE をダブルクリック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「利用同意ダイアログ」が表示されます。
内容を確認して [同意して開始] をクリック。
※ Windows SmartScreen警告が出た場合:
  「詳細情報」→ 「実行」を選択してください
  （未署名のため初回のみ警告が出ます）
同意後、画面右下のタスクトレイに緑●が出ます。
稼働開始です！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754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Yu Gothic"/>
              </a:rPr>
              <a:t>WorkScope - 利用同意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606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Yu Gothic"/>
              </a:rPr>
              <a:t>業務スクリーン記録ツール 利用同意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175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顧客: 大森薬局  /  業界: pharmacy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520440"/>
            <a:ext cx="420624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611880"/>
            <a:ext cx="3840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Yu Gothic"/>
              </a:rPr>
              <a:t>1. アクティブウィンドウのスクリーンショット取得
2. 患者個人情報を端末内で自動マスキング
3. 完全に端末内で完結
4. キーは種別と桁数のみ記録
5. パスワード入力中は記録停止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5212080"/>
            <a:ext cx="1280160" cy="411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521208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Yu Gothic"/>
              </a:rPr>
              <a:t>同意書全文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5212080"/>
            <a:ext cx="12801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21208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53030"/>
                </a:solidFill>
                <a:latin typeface="Yu Gothic"/>
              </a:rPr>
              <a:t>同意しない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5212080"/>
            <a:ext cx="1280160" cy="4114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521208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同意して開始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STEP 4 / DAILY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タスクトレイで稼働確認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828800"/>
            <a:ext cx="347472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18207" y="2057400"/>
            <a:ext cx="457200" cy="457200"/>
          </a:xfrm>
          <a:prstGeom prst="ellipse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録画中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業務記録を行っています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828800"/>
            <a:ext cx="347472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67247" y="2057400"/>
            <a:ext cx="457200" cy="457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487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一時停止中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録画していません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527" y="1828800"/>
            <a:ext cx="347472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16287" y="2057400"/>
            <a:ext cx="457200" cy="457200"/>
          </a:xfrm>
          <a:prstGeom prst="ellipse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527" y="26060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Yu Gothic"/>
              </a:rPr>
              <a:t>パスワード検知中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407" y="3017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キーロギング自動停止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Yu Gothic"/>
              </a:rPr>
              <a:t>アイコンを右クリックでメニューが開きます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A5568"/>
                </a:solidFill>
                <a:latin typeface="Yu Gothic"/>
              </a:rPr>
              <a:t>・ 一時停止 / 再開            ・ 収集状況を表示
・ 直近のスクショを確認        ・ データフォルダを開く
・ 同意書を表示              ・ 収集データを削除
・ 同意を撤回して終了        ・ 完全に終了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YOUR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撤回・データ削除はいつでも可能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Yu Gothic"/>
              </a:rPr>
              <a:t>同意を撤回したいとき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Yu Gothic"/>
              </a:rPr>
              <a:t>1. タスクトレイのアイコンを右クリック
2. 「同意を撤回して終了」を選択
3. 確認ダイアログで [OK]
→ 同意ファイルが削除され、アプリが終了
再度アプリを起動すれば同意ダイアログが
また表示されます。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530352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Yu Gothic"/>
              </a:rPr>
              <a:t>収集データを削除したいとき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Yu Gothic"/>
              </a:rPr>
              <a:t>1. タスクトレイのアイコンを右クリック
2. 「収集データを削除」を選択
3. 確認ダイアログで [OK]
→ マスク済みスクショ・イベントログ・
    送信マーカーが完全に削除
弊社にもクラウド保管されているデータが
あれば、メールで削除請求できます。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個人情報の保護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solidFill>
            <a:srgbClr val="FFF4E6"/>
          </a:solidFill>
          <a:ln>
            <a:solidFill>
              <a:srgbClr val="F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75A16"/>
                </a:solidFill>
                <a:latin typeface="Yu Gothic"/>
              </a:rPr>
              <a:t>✅ 記録するもの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Yu Gothic"/>
              </a:rPr>
              <a:t>• 画面のスクリーンショット
  （個人情報を黒塗り処理済み）
• ウィンドウ名・操作時刻・滞在時間
• フォーカスしたフィールドの種類
  （値はマスク後）
• キーの種別（Tab/Enter等）と
  入力文字の桁数
• クリック位置と対象ボタン名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5303520" cy="4297680"/>
          </a:xfrm>
          <a:prstGeom prst="rect">
            <a:avLst/>
          </a:prstGeom>
          <a:solidFill>
            <a:srgbClr val="E7F3EC"/>
          </a:solidFill>
          <a:ln>
            <a:solidFill>
              <a:srgbClr val="AE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76749"/>
                </a:solidFill>
                <a:latin typeface="Yu Gothic"/>
              </a:rPr>
              <a:t>🛡️ 記録しないもの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Yu Gothic"/>
              </a:rPr>
              <a:t>• キーボードで入力した文字そのもの
  （種別と桁数のみ記録）
• パスワード入力中の操作
  （自動検出して記録停止）
• クリップボードの内容
• マイク音声・カメラ映像
• マスク前のオリジナルスクショ
  （即座に破棄）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Inter"/>
              </a:rPr>
              <a:t>困ったとき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Yu Gothic"/>
              </a:rPr>
              <a:t>Q. EXE をダブルクリックしても何も起きない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A. タスクトレイにアイコンが既に出ている可能性があります（多重起動防止）。
   または、Windows SmartScreen警告で「詳細情報」→「実行」を選んでください。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Yu Gothic"/>
              </a:rPr>
              <a:t>Q. PCの動作が重くなる気がする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A. CPU負荷は1%未満になるよう設計されています。画面遷移時のみ動作します。
   気になる場合はトレイから「収集状況」をご確認ください。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Yu Gothic"/>
              </a:rPr>
              <a:t>Q. 業務時間中は録画したくない時間帯がある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A. タスクトレイから「一時停止」をクリックしてください。再開も同じく1クリックです。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Yu Gothic"/>
              </a:rPr>
              <a:t>Q. 何もしてないのにアイコンが赤色になった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A. パスワード入力フィールドを検知した状態です。記録は完全停止していますので、安心してください。
   フォーカスを移すと自動で緑に戻ります。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E3A5F"/>
                </a:solidFill>
                <a:latin typeface="Inter"/>
              </a:rPr>
              <a:t>お問い合わせ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7589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9319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Yu Gothic"/>
              </a:rPr>
              <a:t>メール:  support@tribe-saas.com（仮）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348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Yu Gothic"/>
              </a:rPr>
              <a:t>電話:    XX-XXXX-XXXX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Yu Gothic"/>
              </a:rPr>
              <a:t>営業時間: 平日 9:00〜18:00（土日祝休）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949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Yu Gothic"/>
              </a:rPr>
              <a:t>緊急時はこのメールアドレスに「至急」と件名に入れてご連絡ください。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Yu Gothic"/>
              </a:rPr>
              <a:t>株式会社TRIBE  /  業務まるごと可視化AI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